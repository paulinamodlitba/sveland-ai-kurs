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-1371600"/>
            <a:ext cx="3200400" cy="3200400"/>
          </a:xfrm>
          <a:prstGeom prst="ellipse">
            <a:avLst/>
          </a:prstGeom>
          <a:solidFill>
            <a:srgbClr val="6FA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65760"/>
            <a:ext cx="1828800" cy="1828800"/>
          </a:xfrm>
          <a:prstGeom prst="ellipse">
            <a:avLst/>
          </a:prstGeom>
          <a:solidFill>
            <a:srgbClr val="2E5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669280"/>
            <a:ext cx="1463040" cy="1463040"/>
          </a:xfrm>
          <a:prstGeom prst="ellipse">
            <a:avLst/>
          </a:prstGeom>
          <a:solidFill>
            <a:srgbClr val="2E5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05840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5400" b="1">
                <a:solidFill>
                  <a:srgbClr val="2E5B4F"/>
                </a:solidFill>
                <a:latin typeface="Calibri"/>
              </a:rPr>
              <a:t>Presentationstitel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0584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0">
                <a:solidFill>
                  <a:srgbClr val="1A3D33"/>
                </a:solidFill>
                <a:latin typeface="Calibri"/>
              </a:rPr>
              <a:t>Underrubrik eller kort beskrivning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Sveland Djurförsäkring  •  Datum  •  Avsändare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5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6FA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6FA68B"/>
                </a:solidFill>
                <a:latin typeface="Calibri"/>
              </a:rPr>
              <a:t>AVSNITT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058400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Avsnittsrubrik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FAE6D2"/>
                </a:solidFill>
                <a:latin typeface="Calibri"/>
              </a:rPr>
              <a:t>Kort beskrivning av vad detta avsnitt handlar 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5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600" b="1">
                <a:solidFill>
                  <a:srgbClr val="2E5B4F"/>
                </a:solidFill>
                <a:latin typeface="Calibri"/>
              </a:rPr>
              <a:t>Rubrik på innehållssliden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En kort underrubrik som ramar in innehållet nedan.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Första punkten — håll dem korta och konkreta.</a:t>
            </a:r>
          </a:p>
          <a:p>
            <a:pPr algn="l">
              <a:spcAft>
                <a:spcPts val="12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Andra punkten — max 5 ord per punkt om du kan.</a:t>
            </a:r>
          </a:p>
          <a:p>
            <a:pPr algn="l">
              <a:spcAft>
                <a:spcPts val="12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Tredje punkten — luftigt mellanrum mellan raderna.</a:t>
            </a:r>
          </a:p>
          <a:p>
            <a:pPr algn="l">
              <a:spcAft>
                <a:spcPts val="12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Fjärde punkten — gärna med en handling eller insikt.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10515600" cy="29260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000" b="0">
                <a:solidFill>
                  <a:srgbClr val="2E5B4F"/>
                </a:solidFill>
                <a:latin typeface="Calibri"/>
              </a:rPr>
              <a:t>Sveland Djurförsäkring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5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600" b="1">
                <a:solidFill>
                  <a:srgbClr val="2E5B4F"/>
                </a:solidFill>
                <a:latin typeface="Calibri"/>
              </a:rPr>
              <a:t>Tvåspaltig layout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5120640" cy="4114800"/>
          </a:xfrm>
          <a:prstGeom prst="roundRect">
            <a:avLst/>
          </a:prstGeom>
          <a:solidFill>
            <a:srgbClr val="FA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2E5B4F"/>
                </a:solidFill>
                <a:latin typeface="Calibri"/>
              </a:rPr>
              <a:t>VÄNSTER KOLUMN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57200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400" b="1">
                <a:solidFill>
                  <a:srgbClr val="1A3D33"/>
                </a:solidFill>
                <a:latin typeface="Calibri"/>
              </a:rPr>
              <a:t>Tema eller insikt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572000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Beskrivande text. Sveland-tonen är varm och rak. Skriv som någon som faktiskt bryr sig.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2E5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5720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6FA68B"/>
                </a:solidFill>
                <a:latin typeface="Calibri"/>
              </a:rPr>
              <a:t>HÖGER KOLUMN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57200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Tema eller insikt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474720"/>
            <a:ext cx="4572000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FAE6D2"/>
                </a:solidFill>
                <a:latin typeface="Calibri"/>
              </a:rPr>
              <a:t>Använd det här kortet för att framhäva en motpoäng eller en avslutande tanke.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6FA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5029200"/>
            <a:ext cx="2286000" cy="2286000"/>
          </a:xfrm>
          <a:prstGeom prst="ellipse">
            <a:avLst/>
          </a:prstGeom>
          <a:solidFill>
            <a:srgbClr val="2E5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05840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7200" b="1">
                <a:solidFill>
                  <a:srgbClr val="2E5B4F"/>
                </a:solidFill>
                <a:latin typeface="Calibri"/>
              </a:rPr>
              <a:t>Tack!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0">
                <a:solidFill>
                  <a:srgbClr val="1A3D33"/>
                </a:solidFill>
                <a:latin typeface="Calibri"/>
              </a:rPr>
              <a:t>Frågor? Kontakta oss.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Sveland Djurförsäkring  •  sveland.se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