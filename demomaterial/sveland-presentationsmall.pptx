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2E5B4F"/>
                </a:solidFill>
              </a:defRPr>
            </a:pPr>
            <a:r>
              <a:t>Rubrik – Sveland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411B38"/>
                </a:solidFill>
              </a:defRPr>
            </a:pPr>
            <a:r>
              <a:t>Underrubrik / beskrivning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2E5B4F"/>
                </a:solidFill>
              </a:defRPr>
            </a:pPr>
            <a:r>
              <a:t>Slide‑rubrik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411B38"/>
                </a:solidFill>
              </a:defRPr>
            </a:pPr>
            <a:r>
              <a:t>• Kärnbudskap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E6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2E5B4F"/>
                </a:solidFill>
              </a:defRPr>
            </a:pPr>
            <a:r>
              <a:t>Rekommenderad riktning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411B38"/>
                </a:solidFill>
              </a:defRPr>
            </a:pPr>
            <a:r>
              <a:t>• Fokuserat nästa steg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 skador – snabbt läge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30 skadeärenden under Q1</a:t>
            </a:r>
          </a:p>
          <a:p>
            <a:r>
              <a:t>Ersättning ca 321 tkr</a:t>
            </a:r>
          </a:p>
          <a:p>
            <a:r>
              <a:t>Utfallet drivs av få, kostsamma ärenden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Häst: låg volym, stor påverkan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6 av 30 ärenden</a:t>
            </a:r>
          </a:p>
          <a:p>
            <a:r>
              <a:t>Ca 152 tkr – nästan hälften av total ersättning</a:t>
            </a:r>
          </a:p>
          <a:p>
            <a:r>
              <a:t>Små förändringar ger stor effekt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Operationer driver kostnad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 159 tkr (≈ 50 % av ersättningen)</a:t>
            </a:r>
          </a:p>
          <a:p>
            <a:r>
              <a:t>Enskilda beslut avgör utfallet</a:t>
            </a:r>
          </a:p>
          <a:p>
            <a:r>
              <a:t>Viktigaste kategorin att följa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Komplexa ärenden binder resurser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Snitthandläggning: 6,2 dagar</a:t>
            </a:r>
          </a:p>
          <a:p>
            <a:r>
              <a:t>4 ärenden står för ca 95 tkr</a:t>
            </a:r>
          </a:p>
          <a:p>
            <a:r>
              <a:t>Längre ledtider än snittet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Fokus framåt – Q2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Följ hästärenden separat</a:t>
            </a:r>
          </a:p>
          <a:p>
            <a:r>
              <a:t>Särskild uppföljning av operationer</a:t>
            </a:r>
          </a:p>
          <a:p>
            <a:r>
              <a:t>Tydligare hantering av komplexa ärenden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Bildspel på skärmen (4:3)</PresentationFormat>
  <Paragraphs>0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Bildrubriker</vt:lpstr>
      </vt:variant>
      <vt:variant>
        <vt:i4>8</vt:i4>
      </vt:variant>
    </vt:vector>
  </HeadingPairs>
  <TitlesOfParts>
    <vt:vector size="9" baseType="lpstr">
      <vt:lpstr>Office Theme</vt:lpstr>
      <vt:lpstr>Rubrik – Sveland</vt:lpstr>
      <vt:lpstr>Slide‑rubrik</vt:lpstr>
      <vt:lpstr>Rekommenderad riktning</vt:lpstr>
      <vt:lpstr>Q1 skador – snabbt läge</vt:lpstr>
      <vt:lpstr>Häst: låg volym, stor påverkan</vt:lpstr>
      <vt:lpstr>Operationer driver kostnad</vt:lpstr>
      <vt:lpstr>Komplexa ärenden binder resurser</vt:lpstr>
      <vt:lpstr>Fokus framåt – Q2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4</cp:revision>
  <dcterms:created xsi:type="dcterms:W3CDTF">2013-01-27T09:14:16Z</dcterms:created>
  <dcterms:modified xsi:type="dcterms:W3CDTF">2026-05-06T20:37:01Z</dcterms:modified>
  <cp:category/>
</cp:coreProperties>
</file>